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5cd4378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5cd4378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5cd4378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5cd4378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5cd43783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5cd43783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5cd43783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5cd43783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5cd43783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5cd43783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09900"/>
            <a:ext cx="8520600" cy="121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Halterofilia en Europa</a:t>
            </a:r>
            <a:endParaRPr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805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highlight>
                  <a:schemeClr val="lt1"/>
                </a:highlight>
              </a:rPr>
              <a:t>¿Es un deporte en crecimiento?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50" y="66975"/>
            <a:ext cx="8888099" cy="41255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401825" y="4031750"/>
            <a:ext cx="8614200" cy="99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2220">
                <a:solidFill>
                  <a:schemeClr val="dk1"/>
                </a:solidFill>
                <a:highlight>
                  <a:schemeClr val="lt1"/>
                </a:highlight>
              </a:rPr>
              <a:t>Podemos apreciar que el top tres de países que más medallas ganan en orden son: Armenia, Bielorrusia y Turquía.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Países con mayor equidad respecto al género: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255250" y="1017725"/>
            <a:ext cx="2812800" cy="3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1"/>
                </a:solidFill>
              </a:rPr>
              <a:t>Aquí se han restado las medallas totales por </a:t>
            </a:r>
            <a:r>
              <a:rPr lang="es" sz="2000">
                <a:solidFill>
                  <a:schemeClr val="dk1"/>
                </a:solidFill>
              </a:rPr>
              <a:t>país</a:t>
            </a:r>
            <a:r>
              <a:rPr lang="es" sz="2000">
                <a:solidFill>
                  <a:schemeClr val="dk1"/>
                </a:solidFill>
              </a:rPr>
              <a:t> y género. Las que menos diferencia tienen en valores absolutos son: Alemania, Azerbaiyán, Finlandia, Irlanda, Israel, Letonia, Moldavia, Serbia.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24475"/>
            <a:ext cx="5849775" cy="289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Puntos totales promedio por país y género: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2108300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1"/>
                </a:solidFill>
              </a:rPr>
              <a:t>En cuanto a los puntos medios totales por </a:t>
            </a:r>
            <a:r>
              <a:rPr lang="es" sz="2000">
                <a:solidFill>
                  <a:schemeClr val="dk1"/>
                </a:solidFill>
              </a:rPr>
              <a:t>país</a:t>
            </a:r>
            <a:r>
              <a:rPr lang="es" sz="2000">
                <a:solidFill>
                  <a:schemeClr val="dk1"/>
                </a:solidFill>
              </a:rPr>
              <a:t> y </a:t>
            </a:r>
            <a:r>
              <a:rPr lang="es" sz="2000">
                <a:solidFill>
                  <a:schemeClr val="dk1"/>
                </a:solidFill>
              </a:rPr>
              <a:t>género</a:t>
            </a:r>
            <a:r>
              <a:rPr lang="es" sz="2000">
                <a:solidFill>
                  <a:schemeClr val="dk1"/>
                </a:solidFill>
              </a:rPr>
              <a:t>, la menor diferencia vemos que </a:t>
            </a:r>
            <a:r>
              <a:rPr lang="es" sz="2000">
                <a:solidFill>
                  <a:schemeClr val="dk1"/>
                </a:solidFill>
              </a:rPr>
              <a:t>está</a:t>
            </a:r>
            <a:r>
              <a:rPr lang="es" sz="2000">
                <a:solidFill>
                  <a:schemeClr val="dk1"/>
                </a:solidFill>
              </a:rPr>
              <a:t> en </a:t>
            </a:r>
            <a:r>
              <a:rPr lang="es" sz="2000">
                <a:solidFill>
                  <a:schemeClr val="dk1"/>
                </a:solidFill>
              </a:rPr>
              <a:t>Rumanía con</a:t>
            </a:r>
            <a:r>
              <a:rPr lang="es" sz="2000">
                <a:solidFill>
                  <a:schemeClr val="dk1"/>
                </a:solidFill>
              </a:rPr>
              <a:t> 36 puntos de diferencia.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82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4925" y="2906624"/>
            <a:ext cx="2143125" cy="19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1225" y="2883400"/>
            <a:ext cx="2143125" cy="20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25" y="143175"/>
            <a:ext cx="6705576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625" y="3991575"/>
            <a:ext cx="5819775" cy="11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6786600" y="334850"/>
            <a:ext cx="23574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</a:rPr>
              <a:t>Vemos que generalmente la halterofilia está en auge con mayor presencia en Armenia, Bulgaria y Georgia.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4068300" cy="5727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CONCLUSIONES:</a:t>
            </a:r>
            <a:endParaRPr b="1" i="1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6626700" cy="3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5798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8150">
                <a:solidFill>
                  <a:schemeClr val="dk1"/>
                </a:solidFill>
                <a:highlight>
                  <a:schemeClr val="lt1"/>
                </a:highlight>
              </a:rPr>
              <a:t>Los países con mayores medallas en el periodo de </a:t>
            </a:r>
            <a:r>
              <a:rPr b="1" lang="es" sz="8150">
                <a:solidFill>
                  <a:schemeClr val="dk1"/>
                </a:solidFill>
                <a:highlight>
                  <a:schemeClr val="lt1"/>
                </a:highlight>
              </a:rPr>
              <a:t>2019-2024</a:t>
            </a:r>
            <a:r>
              <a:rPr lang="es" sz="8150">
                <a:solidFill>
                  <a:schemeClr val="dk1"/>
                </a:solidFill>
                <a:highlight>
                  <a:schemeClr val="lt1"/>
                </a:highlight>
              </a:rPr>
              <a:t> (sin incluir el año 2020 puesto que no se celebró el campeonato) en orden de mayor a menor son: </a:t>
            </a:r>
            <a:r>
              <a:rPr b="1" lang="es" sz="8150">
                <a:solidFill>
                  <a:schemeClr val="dk1"/>
                </a:solidFill>
                <a:highlight>
                  <a:schemeClr val="lt1"/>
                </a:highlight>
              </a:rPr>
              <a:t>Armenia</a:t>
            </a:r>
            <a:r>
              <a:rPr b="1" lang="es" sz="8150">
                <a:solidFill>
                  <a:schemeClr val="dk1"/>
                </a:solidFill>
                <a:highlight>
                  <a:schemeClr val="lt1"/>
                </a:highlight>
              </a:rPr>
              <a:t>, Bulgaria y Turquía.</a:t>
            </a:r>
            <a:endParaRPr b="1" sz="81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1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57981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8150">
                <a:solidFill>
                  <a:schemeClr val="dk1"/>
                </a:solidFill>
                <a:highlight>
                  <a:schemeClr val="lt1"/>
                </a:highlight>
              </a:rPr>
              <a:t>Los países con mayor participación de mujeres son </a:t>
            </a:r>
            <a:r>
              <a:rPr b="1" lang="es" sz="8150">
                <a:solidFill>
                  <a:schemeClr val="dk1"/>
                </a:solidFill>
                <a:highlight>
                  <a:schemeClr val="lt1"/>
                </a:highlight>
              </a:rPr>
              <a:t>Alemania, Azerbaiyán, Finlandia, Irlanda, Israel, Letonia, Moldavia, Serbia.</a:t>
            </a:r>
            <a:endParaRPr b="1" sz="81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1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57981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8150">
                <a:solidFill>
                  <a:schemeClr val="dk1"/>
                </a:solidFill>
                <a:highlight>
                  <a:schemeClr val="lt1"/>
                </a:highlight>
              </a:rPr>
              <a:t>El único país que muestra una </a:t>
            </a:r>
            <a:r>
              <a:rPr b="1" lang="es" sz="8150">
                <a:solidFill>
                  <a:schemeClr val="dk1"/>
                </a:solidFill>
                <a:highlight>
                  <a:schemeClr val="lt1"/>
                </a:highlight>
              </a:rPr>
              <a:t>similitud entre el promedio de  los puntos </a:t>
            </a:r>
            <a:r>
              <a:rPr lang="es" sz="8150">
                <a:solidFill>
                  <a:schemeClr val="dk1"/>
                </a:solidFill>
                <a:highlight>
                  <a:schemeClr val="lt1"/>
                </a:highlight>
              </a:rPr>
              <a:t>totales es </a:t>
            </a:r>
            <a:r>
              <a:rPr b="1" lang="es" sz="8150">
                <a:solidFill>
                  <a:schemeClr val="dk1"/>
                </a:solidFill>
                <a:highlight>
                  <a:schemeClr val="lt1"/>
                </a:highlight>
              </a:rPr>
              <a:t>Rumanía</a:t>
            </a:r>
            <a:endParaRPr b="1" sz="81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2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025" y="445025"/>
            <a:ext cx="278605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